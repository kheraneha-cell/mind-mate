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58" r:id="rId5"/>
    <p:sldId id="257" r:id="rId6"/>
    <p:sldId id="261" r:id="rId7"/>
    <p:sldId id="263" r:id="rId8"/>
    <p:sldId id="262" r:id="rId9"/>
    <p:sldId id="264" r:id="rId10"/>
    <p:sldId id="266" r:id="rId11"/>
    <p:sldId id="265" r:id="rId12"/>
  </p:sldIdLst>
  <p:sldSz cx="12192000" cy="6858000"/>
  <p:notesSz cx="6858000" cy="9144000"/>
  <p:defaultTextStyle>
    <a:defPPr>
      <a:defRPr lang="en-001"/>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ha Saluja" userId="1e329635f9867e9c" providerId="LiveId" clId="{36FE95F7-46E8-49C1-9B84-5BE4B0796E0E}"/>
    <pc:docChg chg="undo custSel addSld modSld sldOrd">
      <pc:chgData name="Neha Saluja" userId="1e329635f9867e9c" providerId="LiveId" clId="{36FE95F7-46E8-49C1-9B84-5BE4B0796E0E}" dt="2026-04-15T05:18:53.277" v="4264" actId="20577"/>
      <pc:docMkLst>
        <pc:docMk/>
      </pc:docMkLst>
      <pc:sldChg chg="modSp mod">
        <pc:chgData name="Neha Saluja" userId="1e329635f9867e9c" providerId="LiveId" clId="{36FE95F7-46E8-49C1-9B84-5BE4B0796E0E}" dt="2026-04-15T05:18:53.277" v="4264" actId="20577"/>
        <pc:sldMkLst>
          <pc:docMk/>
          <pc:sldMk cId="1673996682" sldId="261"/>
        </pc:sldMkLst>
        <pc:spChg chg="mod">
          <ac:chgData name="Neha Saluja" userId="1e329635f9867e9c" providerId="LiveId" clId="{36FE95F7-46E8-49C1-9B84-5BE4B0796E0E}" dt="2026-04-15T05:18:53.277" v="4264" actId="20577"/>
          <ac:spMkLst>
            <pc:docMk/>
            <pc:sldMk cId="1673996682" sldId="261"/>
            <ac:spMk id="3" creationId="{D5105D1D-656D-83CC-EFA6-774733DEA36D}"/>
          </ac:spMkLst>
        </pc:spChg>
      </pc:sldChg>
      <pc:sldChg chg="addSp delSp modSp mod">
        <pc:chgData name="Neha Saluja" userId="1e329635f9867e9c" providerId="LiveId" clId="{36FE95F7-46E8-49C1-9B84-5BE4B0796E0E}" dt="2026-04-15T05:13:17.049" v="3578" actId="20577"/>
        <pc:sldMkLst>
          <pc:docMk/>
          <pc:sldMk cId="3654789177" sldId="262"/>
        </pc:sldMkLst>
        <pc:spChg chg="mod">
          <ac:chgData name="Neha Saluja" userId="1e329635f9867e9c" providerId="LiveId" clId="{36FE95F7-46E8-49C1-9B84-5BE4B0796E0E}" dt="2026-04-15T04:55:57.223" v="1554" actId="1076"/>
          <ac:spMkLst>
            <pc:docMk/>
            <pc:sldMk cId="3654789177" sldId="262"/>
            <ac:spMk id="2" creationId="{B9B470B6-6F61-6D5B-BD3A-A8A444CEAE67}"/>
          </ac:spMkLst>
        </pc:spChg>
        <pc:spChg chg="mod">
          <ac:chgData name="Neha Saluja" userId="1e329635f9867e9c" providerId="LiveId" clId="{36FE95F7-46E8-49C1-9B84-5BE4B0796E0E}" dt="2026-04-15T04:58:14.433" v="1678" actId="20577"/>
          <ac:spMkLst>
            <pc:docMk/>
            <pc:sldMk cId="3654789177" sldId="262"/>
            <ac:spMk id="3" creationId="{C97EEC73-C368-17B0-B7F8-1D0B85926F78}"/>
          </ac:spMkLst>
        </pc:spChg>
        <pc:spChg chg="add mod">
          <ac:chgData name="Neha Saluja" userId="1e329635f9867e9c" providerId="LiveId" clId="{36FE95F7-46E8-49C1-9B84-5BE4B0796E0E}" dt="2026-04-15T05:13:17.049" v="3578" actId="20577"/>
          <ac:spMkLst>
            <pc:docMk/>
            <pc:sldMk cId="3654789177" sldId="262"/>
            <ac:spMk id="6" creationId="{76FB74FA-E76C-87C7-04CF-26A4B7D9B59F}"/>
          </ac:spMkLst>
        </pc:spChg>
        <pc:graphicFrameChg chg="add del">
          <ac:chgData name="Neha Saluja" userId="1e329635f9867e9c" providerId="LiveId" clId="{36FE95F7-46E8-49C1-9B84-5BE4B0796E0E}" dt="2026-04-15T04:32:31.980" v="333" actId="3680"/>
          <ac:graphicFrameMkLst>
            <pc:docMk/>
            <pc:sldMk cId="3654789177" sldId="262"/>
            <ac:graphicFrameMk id="4" creationId="{BFA1E802-CC2A-9C65-F0B9-A3F5ABCC878E}"/>
          </ac:graphicFrameMkLst>
        </pc:graphicFrameChg>
        <pc:graphicFrameChg chg="add mod modGraphic">
          <ac:chgData name="Neha Saluja" userId="1e329635f9867e9c" providerId="LiveId" clId="{36FE95F7-46E8-49C1-9B84-5BE4B0796E0E}" dt="2026-04-15T04:57:54.268" v="1660" actId="1076"/>
          <ac:graphicFrameMkLst>
            <pc:docMk/>
            <pc:sldMk cId="3654789177" sldId="262"/>
            <ac:graphicFrameMk id="5" creationId="{0EDE675A-76C4-AE5F-79D3-FED4FE2486ED}"/>
          </ac:graphicFrameMkLst>
        </pc:graphicFrameChg>
      </pc:sldChg>
      <pc:sldChg chg="addSp modSp new mod">
        <pc:chgData name="Neha Saluja" userId="1e329635f9867e9c" providerId="LiveId" clId="{36FE95F7-46E8-49C1-9B84-5BE4B0796E0E}" dt="2026-04-15T04:58:44.077" v="1694" actId="20577"/>
        <pc:sldMkLst>
          <pc:docMk/>
          <pc:sldMk cId="817946922" sldId="263"/>
        </pc:sldMkLst>
        <pc:spChg chg="mod">
          <ac:chgData name="Neha Saluja" userId="1e329635f9867e9c" providerId="LiveId" clId="{36FE95F7-46E8-49C1-9B84-5BE4B0796E0E}" dt="2026-04-15T04:58:44.077" v="1694" actId="20577"/>
          <ac:spMkLst>
            <pc:docMk/>
            <pc:sldMk cId="817946922" sldId="263"/>
            <ac:spMk id="2" creationId="{0FA1C993-E7A7-EEB2-0065-1ECBA6F19AA6}"/>
          </ac:spMkLst>
        </pc:spChg>
        <pc:spChg chg="mod">
          <ac:chgData name="Neha Saluja" userId="1e329635f9867e9c" providerId="LiveId" clId="{36FE95F7-46E8-49C1-9B84-5BE4B0796E0E}" dt="2026-04-15T04:50:42.877" v="1058" actId="20577"/>
          <ac:spMkLst>
            <pc:docMk/>
            <pc:sldMk cId="817946922" sldId="263"/>
            <ac:spMk id="3" creationId="{4A6F5B1C-C4EA-55EE-B93A-0EF3DFF3A203}"/>
          </ac:spMkLst>
        </pc:spChg>
        <pc:spChg chg="add mod">
          <ac:chgData name="Neha Saluja" userId="1e329635f9867e9c" providerId="LiveId" clId="{36FE95F7-46E8-49C1-9B84-5BE4B0796E0E}" dt="2026-04-15T04:51:18.585" v="1071" actId="20577"/>
          <ac:spMkLst>
            <pc:docMk/>
            <pc:sldMk cId="817946922" sldId="263"/>
            <ac:spMk id="4" creationId="{ED3485B6-3D8A-11BD-8B64-EF27D3774628}"/>
          </ac:spMkLst>
        </pc:spChg>
      </pc:sldChg>
      <pc:sldChg chg="addSp modSp new mod">
        <pc:chgData name="Neha Saluja" userId="1e329635f9867e9c" providerId="LiveId" clId="{36FE95F7-46E8-49C1-9B84-5BE4B0796E0E}" dt="2026-04-15T05:14:16.718" v="3674" actId="20577"/>
        <pc:sldMkLst>
          <pc:docMk/>
          <pc:sldMk cId="1689207881" sldId="264"/>
        </pc:sldMkLst>
        <pc:spChg chg="mod">
          <ac:chgData name="Neha Saluja" userId="1e329635f9867e9c" providerId="LiveId" clId="{36FE95F7-46E8-49C1-9B84-5BE4B0796E0E}" dt="2026-04-15T04:59:04.380" v="1727" actId="20577"/>
          <ac:spMkLst>
            <pc:docMk/>
            <pc:sldMk cId="1689207881" sldId="264"/>
            <ac:spMk id="2" creationId="{AF232706-0B5E-C00B-4790-ADD54C029639}"/>
          </ac:spMkLst>
        </pc:spChg>
        <pc:spChg chg="mod">
          <ac:chgData name="Neha Saluja" userId="1e329635f9867e9c" providerId="LiveId" clId="{36FE95F7-46E8-49C1-9B84-5BE4B0796E0E}" dt="2026-04-15T05:12:53.171" v="3554" actId="20577"/>
          <ac:spMkLst>
            <pc:docMk/>
            <pc:sldMk cId="1689207881" sldId="264"/>
            <ac:spMk id="3" creationId="{5815ECB9-697A-EABF-3B52-F9844B5CE884}"/>
          </ac:spMkLst>
        </pc:spChg>
        <pc:spChg chg="add mod">
          <ac:chgData name="Neha Saluja" userId="1e329635f9867e9c" providerId="LiveId" clId="{36FE95F7-46E8-49C1-9B84-5BE4B0796E0E}" dt="2026-04-15T05:14:16.718" v="3674" actId="20577"/>
          <ac:spMkLst>
            <pc:docMk/>
            <pc:sldMk cId="1689207881" sldId="264"/>
            <ac:spMk id="4" creationId="{5A36CD90-F148-608E-660E-B9A11E219962}"/>
          </ac:spMkLst>
        </pc:spChg>
      </pc:sldChg>
      <pc:sldChg chg="modSp new mod ord">
        <pc:chgData name="Neha Saluja" userId="1e329635f9867e9c" providerId="LiveId" clId="{36FE95F7-46E8-49C1-9B84-5BE4B0796E0E}" dt="2026-04-15T05:13:48.868" v="3657" actId="20577"/>
        <pc:sldMkLst>
          <pc:docMk/>
          <pc:sldMk cId="3302979121" sldId="265"/>
        </pc:sldMkLst>
        <pc:spChg chg="mod">
          <ac:chgData name="Neha Saluja" userId="1e329635f9867e9c" providerId="LiveId" clId="{36FE95F7-46E8-49C1-9B84-5BE4B0796E0E}" dt="2026-04-15T05:00:15.102" v="1921" actId="20577"/>
          <ac:spMkLst>
            <pc:docMk/>
            <pc:sldMk cId="3302979121" sldId="265"/>
            <ac:spMk id="2" creationId="{0CF8B025-74F8-2C60-3831-171513A7F82B}"/>
          </ac:spMkLst>
        </pc:spChg>
        <pc:spChg chg="mod">
          <ac:chgData name="Neha Saluja" userId="1e329635f9867e9c" providerId="LiveId" clId="{36FE95F7-46E8-49C1-9B84-5BE4B0796E0E}" dt="2026-04-15T05:13:48.868" v="3657" actId="20577"/>
          <ac:spMkLst>
            <pc:docMk/>
            <pc:sldMk cId="3302979121" sldId="265"/>
            <ac:spMk id="3" creationId="{CD960313-8576-42AE-C932-56AC62258EB4}"/>
          </ac:spMkLst>
        </pc:spChg>
      </pc:sldChg>
      <pc:sldChg chg="addSp modSp new mod">
        <pc:chgData name="Neha Saluja" userId="1e329635f9867e9c" providerId="LiveId" clId="{36FE95F7-46E8-49C1-9B84-5BE4B0796E0E}" dt="2026-04-15T05:17:45.154" v="4111" actId="20577"/>
        <pc:sldMkLst>
          <pc:docMk/>
          <pc:sldMk cId="1208839230" sldId="266"/>
        </pc:sldMkLst>
        <pc:spChg chg="mod">
          <ac:chgData name="Neha Saluja" userId="1e329635f9867e9c" providerId="LiveId" clId="{36FE95F7-46E8-49C1-9B84-5BE4B0796E0E}" dt="2026-04-15T05:14:28.179" v="3685" actId="20577"/>
          <ac:spMkLst>
            <pc:docMk/>
            <pc:sldMk cId="1208839230" sldId="266"/>
            <ac:spMk id="2" creationId="{C823ED00-F4F4-9D09-CA0C-74A588B3E603}"/>
          </ac:spMkLst>
        </pc:spChg>
        <pc:spChg chg="mod">
          <ac:chgData name="Neha Saluja" userId="1e329635f9867e9c" providerId="LiveId" clId="{36FE95F7-46E8-49C1-9B84-5BE4B0796E0E}" dt="2026-04-15T05:17:02.044" v="4100" actId="20577"/>
          <ac:spMkLst>
            <pc:docMk/>
            <pc:sldMk cId="1208839230" sldId="266"/>
            <ac:spMk id="3" creationId="{60008078-21DD-D09B-0B47-E1B42220A271}"/>
          </ac:spMkLst>
        </pc:spChg>
        <pc:spChg chg="add mod">
          <ac:chgData name="Neha Saluja" userId="1e329635f9867e9c" providerId="LiveId" clId="{36FE95F7-46E8-49C1-9B84-5BE4B0796E0E}" dt="2026-04-15T05:17:45.154" v="4111" actId="20577"/>
          <ac:spMkLst>
            <pc:docMk/>
            <pc:sldMk cId="1208839230" sldId="266"/>
            <ac:spMk id="4" creationId="{3BFCABC0-B5BF-13E6-B814-F1C62831A04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9E57-A96B-7BE4-01F5-99ADEECDED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001"/>
          </a:p>
        </p:txBody>
      </p:sp>
      <p:sp>
        <p:nvSpPr>
          <p:cNvPr id="3" name="Subtitle 2">
            <a:extLst>
              <a:ext uri="{FF2B5EF4-FFF2-40B4-BE49-F238E27FC236}">
                <a16:creationId xmlns:a16="http://schemas.microsoft.com/office/drawing/2014/main" id="{12039B11-A2D4-4A93-E6EF-192C1D813D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001"/>
          </a:p>
        </p:txBody>
      </p:sp>
      <p:sp>
        <p:nvSpPr>
          <p:cNvPr id="4" name="Date Placeholder 3">
            <a:extLst>
              <a:ext uri="{FF2B5EF4-FFF2-40B4-BE49-F238E27FC236}">
                <a16:creationId xmlns:a16="http://schemas.microsoft.com/office/drawing/2014/main" id="{DE14A3D4-3BF0-3515-B69A-0C555D573632}"/>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5" name="Footer Placeholder 4">
            <a:extLst>
              <a:ext uri="{FF2B5EF4-FFF2-40B4-BE49-F238E27FC236}">
                <a16:creationId xmlns:a16="http://schemas.microsoft.com/office/drawing/2014/main" id="{73E95BEE-82C2-7656-4346-BEE5C993C1AB}"/>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A8BEA421-5CD1-8E38-945D-21797C0E6FDA}"/>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851596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23B51-68E1-5B65-7DAB-4D6BBB46A0FB}"/>
              </a:ext>
            </a:extLst>
          </p:cNvPr>
          <p:cNvSpPr>
            <a:spLocks noGrp="1"/>
          </p:cNvSpPr>
          <p:nvPr>
            <p:ph type="title"/>
          </p:nvPr>
        </p:nvSpPr>
        <p:spPr/>
        <p:txBody>
          <a:bodyPr/>
          <a:lstStyle/>
          <a:p>
            <a:r>
              <a:rPr lang="en-US"/>
              <a:t>Click to edit Master title style</a:t>
            </a:r>
            <a:endParaRPr lang="en-001"/>
          </a:p>
        </p:txBody>
      </p:sp>
      <p:sp>
        <p:nvSpPr>
          <p:cNvPr id="3" name="Content Placeholder 2">
            <a:extLst>
              <a:ext uri="{FF2B5EF4-FFF2-40B4-BE49-F238E27FC236}">
                <a16:creationId xmlns:a16="http://schemas.microsoft.com/office/drawing/2014/main" id="{A7934E59-1E95-E59F-784E-E3DAA87D0C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A602904B-037D-4D13-50F2-5CB27E6217D4}"/>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5" name="Footer Placeholder 4">
            <a:extLst>
              <a:ext uri="{FF2B5EF4-FFF2-40B4-BE49-F238E27FC236}">
                <a16:creationId xmlns:a16="http://schemas.microsoft.com/office/drawing/2014/main" id="{4A4D1451-0243-F30A-4645-32A21C3148B3}"/>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27E23842-B1AD-0F7B-B591-54296B682A22}"/>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414553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796F0-18FF-A4C1-40DA-FC1830DC4D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001"/>
          </a:p>
        </p:txBody>
      </p:sp>
      <p:sp>
        <p:nvSpPr>
          <p:cNvPr id="3" name="Text Placeholder 2">
            <a:extLst>
              <a:ext uri="{FF2B5EF4-FFF2-40B4-BE49-F238E27FC236}">
                <a16:creationId xmlns:a16="http://schemas.microsoft.com/office/drawing/2014/main" id="{061CF4F2-6232-D863-76B4-6023AE41C2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2098DC-9EE2-C731-8791-DF1620375A7A}"/>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5" name="Footer Placeholder 4">
            <a:extLst>
              <a:ext uri="{FF2B5EF4-FFF2-40B4-BE49-F238E27FC236}">
                <a16:creationId xmlns:a16="http://schemas.microsoft.com/office/drawing/2014/main" id="{7D83FA22-8275-E5DC-27E7-BA8208A495A9}"/>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72A000ED-DA4B-2F88-1895-F6B7DB046A6B}"/>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3059947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C93B-6239-4B57-7E4A-749C804B4C61}"/>
              </a:ext>
            </a:extLst>
          </p:cNvPr>
          <p:cNvSpPr>
            <a:spLocks noGrp="1"/>
          </p:cNvSpPr>
          <p:nvPr>
            <p:ph type="title"/>
          </p:nvPr>
        </p:nvSpPr>
        <p:spPr/>
        <p:txBody>
          <a:bodyPr/>
          <a:lstStyle/>
          <a:p>
            <a:r>
              <a:rPr lang="en-US"/>
              <a:t>Click to edit Master title style</a:t>
            </a:r>
            <a:endParaRPr lang="en-001"/>
          </a:p>
        </p:txBody>
      </p:sp>
      <p:sp>
        <p:nvSpPr>
          <p:cNvPr id="3" name="Content Placeholder 2">
            <a:extLst>
              <a:ext uri="{FF2B5EF4-FFF2-40B4-BE49-F238E27FC236}">
                <a16:creationId xmlns:a16="http://schemas.microsoft.com/office/drawing/2014/main" id="{BA284A58-A08F-BB85-25F4-92E04A8F18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Content Placeholder 3">
            <a:extLst>
              <a:ext uri="{FF2B5EF4-FFF2-40B4-BE49-F238E27FC236}">
                <a16:creationId xmlns:a16="http://schemas.microsoft.com/office/drawing/2014/main" id="{BC9BAC04-0A16-E67E-E494-952D3F7F56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5" name="Date Placeholder 4">
            <a:extLst>
              <a:ext uri="{FF2B5EF4-FFF2-40B4-BE49-F238E27FC236}">
                <a16:creationId xmlns:a16="http://schemas.microsoft.com/office/drawing/2014/main" id="{46B32EFD-422A-BEB3-80D7-F1FD3EC9DE45}"/>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6" name="Footer Placeholder 5">
            <a:extLst>
              <a:ext uri="{FF2B5EF4-FFF2-40B4-BE49-F238E27FC236}">
                <a16:creationId xmlns:a16="http://schemas.microsoft.com/office/drawing/2014/main" id="{1570D79C-CCE9-3D1C-7949-28FED55C9D0C}"/>
              </a:ext>
            </a:extLst>
          </p:cNvPr>
          <p:cNvSpPr>
            <a:spLocks noGrp="1"/>
          </p:cNvSpPr>
          <p:nvPr>
            <p:ph type="ftr" sz="quarter" idx="11"/>
          </p:nvPr>
        </p:nvSpPr>
        <p:spPr/>
        <p:txBody>
          <a:bodyPr/>
          <a:lstStyle/>
          <a:p>
            <a:endParaRPr lang="en-001"/>
          </a:p>
        </p:txBody>
      </p:sp>
      <p:sp>
        <p:nvSpPr>
          <p:cNvPr id="7" name="Slide Number Placeholder 6">
            <a:extLst>
              <a:ext uri="{FF2B5EF4-FFF2-40B4-BE49-F238E27FC236}">
                <a16:creationId xmlns:a16="http://schemas.microsoft.com/office/drawing/2014/main" id="{E57F0769-6DBF-BF89-955E-5F39A0B82CAD}"/>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48309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696B2-C388-CC11-D031-23A9DD4092A4}"/>
              </a:ext>
            </a:extLst>
          </p:cNvPr>
          <p:cNvSpPr>
            <a:spLocks noGrp="1"/>
          </p:cNvSpPr>
          <p:nvPr>
            <p:ph type="title"/>
          </p:nvPr>
        </p:nvSpPr>
        <p:spPr>
          <a:xfrm>
            <a:off x="839788" y="365125"/>
            <a:ext cx="10515600" cy="1325563"/>
          </a:xfrm>
        </p:spPr>
        <p:txBody>
          <a:bodyPr/>
          <a:lstStyle/>
          <a:p>
            <a:r>
              <a:rPr lang="en-US"/>
              <a:t>Click to edit Master title style</a:t>
            </a:r>
            <a:endParaRPr lang="en-001"/>
          </a:p>
        </p:txBody>
      </p:sp>
      <p:sp>
        <p:nvSpPr>
          <p:cNvPr id="3" name="Text Placeholder 2">
            <a:extLst>
              <a:ext uri="{FF2B5EF4-FFF2-40B4-BE49-F238E27FC236}">
                <a16:creationId xmlns:a16="http://schemas.microsoft.com/office/drawing/2014/main" id="{679623CF-0BA3-5CEE-5201-08A8775545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84F764-3DC2-DDB3-6DD5-9FC98AE23B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5" name="Text Placeholder 4">
            <a:extLst>
              <a:ext uri="{FF2B5EF4-FFF2-40B4-BE49-F238E27FC236}">
                <a16:creationId xmlns:a16="http://schemas.microsoft.com/office/drawing/2014/main" id="{5DE0937C-4301-DC3B-EA83-E9B25332A6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2217D0-5A61-CC7D-2872-1D002D0F55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7" name="Date Placeholder 6">
            <a:extLst>
              <a:ext uri="{FF2B5EF4-FFF2-40B4-BE49-F238E27FC236}">
                <a16:creationId xmlns:a16="http://schemas.microsoft.com/office/drawing/2014/main" id="{82D2258F-3774-8338-524F-E58C5D90F74D}"/>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8" name="Footer Placeholder 7">
            <a:extLst>
              <a:ext uri="{FF2B5EF4-FFF2-40B4-BE49-F238E27FC236}">
                <a16:creationId xmlns:a16="http://schemas.microsoft.com/office/drawing/2014/main" id="{AACBABF5-231A-D6DF-B0DB-4152A781509B}"/>
              </a:ext>
            </a:extLst>
          </p:cNvPr>
          <p:cNvSpPr>
            <a:spLocks noGrp="1"/>
          </p:cNvSpPr>
          <p:nvPr>
            <p:ph type="ftr" sz="quarter" idx="11"/>
          </p:nvPr>
        </p:nvSpPr>
        <p:spPr/>
        <p:txBody>
          <a:bodyPr/>
          <a:lstStyle/>
          <a:p>
            <a:endParaRPr lang="en-001"/>
          </a:p>
        </p:txBody>
      </p:sp>
      <p:sp>
        <p:nvSpPr>
          <p:cNvPr id="9" name="Slide Number Placeholder 8">
            <a:extLst>
              <a:ext uri="{FF2B5EF4-FFF2-40B4-BE49-F238E27FC236}">
                <a16:creationId xmlns:a16="http://schemas.microsoft.com/office/drawing/2014/main" id="{5A1F4019-DEC6-94CF-211C-6F4AE5F47F7D}"/>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1440776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0F4D-143D-111A-1A44-9DF6F071C687}"/>
              </a:ext>
            </a:extLst>
          </p:cNvPr>
          <p:cNvSpPr>
            <a:spLocks noGrp="1"/>
          </p:cNvSpPr>
          <p:nvPr>
            <p:ph type="title"/>
          </p:nvPr>
        </p:nvSpPr>
        <p:spPr/>
        <p:txBody>
          <a:bodyPr/>
          <a:lstStyle/>
          <a:p>
            <a:r>
              <a:rPr lang="en-US"/>
              <a:t>Click to edit Master title style</a:t>
            </a:r>
            <a:endParaRPr lang="en-001"/>
          </a:p>
        </p:txBody>
      </p:sp>
      <p:sp>
        <p:nvSpPr>
          <p:cNvPr id="3" name="Date Placeholder 2">
            <a:extLst>
              <a:ext uri="{FF2B5EF4-FFF2-40B4-BE49-F238E27FC236}">
                <a16:creationId xmlns:a16="http://schemas.microsoft.com/office/drawing/2014/main" id="{828B41DF-AFDD-1828-2E89-4630DA7D85F8}"/>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4" name="Footer Placeholder 3">
            <a:extLst>
              <a:ext uri="{FF2B5EF4-FFF2-40B4-BE49-F238E27FC236}">
                <a16:creationId xmlns:a16="http://schemas.microsoft.com/office/drawing/2014/main" id="{461E2D7B-8CC1-C3EF-5F59-D2DD2903DDE9}"/>
              </a:ext>
            </a:extLst>
          </p:cNvPr>
          <p:cNvSpPr>
            <a:spLocks noGrp="1"/>
          </p:cNvSpPr>
          <p:nvPr>
            <p:ph type="ftr" sz="quarter" idx="11"/>
          </p:nvPr>
        </p:nvSpPr>
        <p:spPr/>
        <p:txBody>
          <a:bodyPr/>
          <a:lstStyle/>
          <a:p>
            <a:endParaRPr lang="en-001"/>
          </a:p>
        </p:txBody>
      </p:sp>
      <p:sp>
        <p:nvSpPr>
          <p:cNvPr id="5" name="Slide Number Placeholder 4">
            <a:extLst>
              <a:ext uri="{FF2B5EF4-FFF2-40B4-BE49-F238E27FC236}">
                <a16:creationId xmlns:a16="http://schemas.microsoft.com/office/drawing/2014/main" id="{7F57B116-D10D-535C-975A-D1C53E529652}"/>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382053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9774CE-634A-4124-869F-966123C60D0F}"/>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3" name="Footer Placeholder 2">
            <a:extLst>
              <a:ext uri="{FF2B5EF4-FFF2-40B4-BE49-F238E27FC236}">
                <a16:creationId xmlns:a16="http://schemas.microsoft.com/office/drawing/2014/main" id="{FA64749B-998C-61D4-0A32-1B9AAF5BA68B}"/>
              </a:ext>
            </a:extLst>
          </p:cNvPr>
          <p:cNvSpPr>
            <a:spLocks noGrp="1"/>
          </p:cNvSpPr>
          <p:nvPr>
            <p:ph type="ftr" sz="quarter" idx="11"/>
          </p:nvPr>
        </p:nvSpPr>
        <p:spPr/>
        <p:txBody>
          <a:bodyPr/>
          <a:lstStyle/>
          <a:p>
            <a:endParaRPr lang="en-001"/>
          </a:p>
        </p:txBody>
      </p:sp>
      <p:sp>
        <p:nvSpPr>
          <p:cNvPr id="4" name="Slide Number Placeholder 3">
            <a:extLst>
              <a:ext uri="{FF2B5EF4-FFF2-40B4-BE49-F238E27FC236}">
                <a16:creationId xmlns:a16="http://schemas.microsoft.com/office/drawing/2014/main" id="{048254A3-2EDC-52EA-4E0C-D28499F57147}"/>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3730701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01806-DEFE-631F-14DF-925FC7590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001"/>
          </a:p>
        </p:txBody>
      </p:sp>
      <p:sp>
        <p:nvSpPr>
          <p:cNvPr id="3" name="Content Placeholder 2">
            <a:extLst>
              <a:ext uri="{FF2B5EF4-FFF2-40B4-BE49-F238E27FC236}">
                <a16:creationId xmlns:a16="http://schemas.microsoft.com/office/drawing/2014/main" id="{DB112DCB-6312-096D-4CC7-6200B274E8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Text Placeholder 3">
            <a:extLst>
              <a:ext uri="{FF2B5EF4-FFF2-40B4-BE49-F238E27FC236}">
                <a16:creationId xmlns:a16="http://schemas.microsoft.com/office/drawing/2014/main" id="{5D6D48E7-1FE9-E3B7-F9E6-C63DA93EC2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C6C879-99C5-84A5-BDEF-33E8E42B2626}"/>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6" name="Footer Placeholder 5">
            <a:extLst>
              <a:ext uri="{FF2B5EF4-FFF2-40B4-BE49-F238E27FC236}">
                <a16:creationId xmlns:a16="http://schemas.microsoft.com/office/drawing/2014/main" id="{1388DD87-788C-A96B-C0D7-7B24268D275A}"/>
              </a:ext>
            </a:extLst>
          </p:cNvPr>
          <p:cNvSpPr>
            <a:spLocks noGrp="1"/>
          </p:cNvSpPr>
          <p:nvPr>
            <p:ph type="ftr" sz="quarter" idx="11"/>
          </p:nvPr>
        </p:nvSpPr>
        <p:spPr/>
        <p:txBody>
          <a:bodyPr/>
          <a:lstStyle/>
          <a:p>
            <a:endParaRPr lang="en-001"/>
          </a:p>
        </p:txBody>
      </p:sp>
      <p:sp>
        <p:nvSpPr>
          <p:cNvPr id="7" name="Slide Number Placeholder 6">
            <a:extLst>
              <a:ext uri="{FF2B5EF4-FFF2-40B4-BE49-F238E27FC236}">
                <a16:creationId xmlns:a16="http://schemas.microsoft.com/office/drawing/2014/main" id="{D3ED4565-3EF1-E2C4-F16A-D6FA2A187445}"/>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3626234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9EAA1-28EF-041C-D75A-341A39747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001"/>
          </a:p>
        </p:txBody>
      </p:sp>
      <p:sp>
        <p:nvSpPr>
          <p:cNvPr id="3" name="Picture Placeholder 2">
            <a:extLst>
              <a:ext uri="{FF2B5EF4-FFF2-40B4-BE49-F238E27FC236}">
                <a16:creationId xmlns:a16="http://schemas.microsoft.com/office/drawing/2014/main" id="{2CFF5FF4-6EB8-9729-68FB-F7770F1D4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001"/>
          </a:p>
        </p:txBody>
      </p:sp>
      <p:sp>
        <p:nvSpPr>
          <p:cNvPr id="4" name="Text Placeholder 3">
            <a:extLst>
              <a:ext uri="{FF2B5EF4-FFF2-40B4-BE49-F238E27FC236}">
                <a16:creationId xmlns:a16="http://schemas.microsoft.com/office/drawing/2014/main" id="{D7247B04-7CE1-3DC2-1CCE-B7C0CEBFB9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0D3A71-A652-5188-0403-B81BC91E4930}"/>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6" name="Footer Placeholder 5">
            <a:extLst>
              <a:ext uri="{FF2B5EF4-FFF2-40B4-BE49-F238E27FC236}">
                <a16:creationId xmlns:a16="http://schemas.microsoft.com/office/drawing/2014/main" id="{ECDC765A-D7B6-412A-F42C-A30ACBEE49A5}"/>
              </a:ext>
            </a:extLst>
          </p:cNvPr>
          <p:cNvSpPr>
            <a:spLocks noGrp="1"/>
          </p:cNvSpPr>
          <p:nvPr>
            <p:ph type="ftr" sz="quarter" idx="11"/>
          </p:nvPr>
        </p:nvSpPr>
        <p:spPr/>
        <p:txBody>
          <a:bodyPr/>
          <a:lstStyle/>
          <a:p>
            <a:endParaRPr lang="en-001"/>
          </a:p>
        </p:txBody>
      </p:sp>
      <p:sp>
        <p:nvSpPr>
          <p:cNvPr id="7" name="Slide Number Placeholder 6">
            <a:extLst>
              <a:ext uri="{FF2B5EF4-FFF2-40B4-BE49-F238E27FC236}">
                <a16:creationId xmlns:a16="http://schemas.microsoft.com/office/drawing/2014/main" id="{3FE34B11-245A-1079-BCCE-7051E4FC8219}"/>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1469538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A1731-92F0-715A-65DE-D0A2FD377E85}"/>
              </a:ext>
            </a:extLst>
          </p:cNvPr>
          <p:cNvSpPr>
            <a:spLocks noGrp="1"/>
          </p:cNvSpPr>
          <p:nvPr>
            <p:ph type="title"/>
          </p:nvPr>
        </p:nvSpPr>
        <p:spPr/>
        <p:txBody>
          <a:bodyPr/>
          <a:lstStyle/>
          <a:p>
            <a:r>
              <a:rPr lang="en-US"/>
              <a:t>Click to edit Master title style</a:t>
            </a:r>
            <a:endParaRPr lang="en-001"/>
          </a:p>
        </p:txBody>
      </p:sp>
      <p:sp>
        <p:nvSpPr>
          <p:cNvPr id="3" name="Vertical Text Placeholder 2">
            <a:extLst>
              <a:ext uri="{FF2B5EF4-FFF2-40B4-BE49-F238E27FC236}">
                <a16:creationId xmlns:a16="http://schemas.microsoft.com/office/drawing/2014/main" id="{82B62009-B511-8CE6-46A8-9CB86D5CDE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731B3E45-91BE-4DA4-F087-5AA0F548B252}"/>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5" name="Footer Placeholder 4">
            <a:extLst>
              <a:ext uri="{FF2B5EF4-FFF2-40B4-BE49-F238E27FC236}">
                <a16:creationId xmlns:a16="http://schemas.microsoft.com/office/drawing/2014/main" id="{A106E918-58B8-AE96-A0D5-0A998B954B70}"/>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321B2239-31C7-981A-5FEE-BD064A3522F3}"/>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2827896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9E4800-6642-E7BB-DE75-ED22DBDD05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001"/>
          </a:p>
        </p:txBody>
      </p:sp>
      <p:sp>
        <p:nvSpPr>
          <p:cNvPr id="3" name="Vertical Text Placeholder 2">
            <a:extLst>
              <a:ext uri="{FF2B5EF4-FFF2-40B4-BE49-F238E27FC236}">
                <a16:creationId xmlns:a16="http://schemas.microsoft.com/office/drawing/2014/main" id="{0BBE3FC6-FA53-9CF7-9C05-B74383037C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0C26167B-E683-72BD-D9D7-2331300FEA9B}"/>
              </a:ext>
            </a:extLst>
          </p:cNvPr>
          <p:cNvSpPr>
            <a:spLocks noGrp="1"/>
          </p:cNvSpPr>
          <p:nvPr>
            <p:ph type="dt" sz="half" idx="10"/>
          </p:nvPr>
        </p:nvSpPr>
        <p:spPr/>
        <p:txBody>
          <a:bodyPr/>
          <a:lstStyle/>
          <a:p>
            <a:fld id="{B84A4E42-AE46-4920-A2DB-A1327D09875A}" type="datetimeFigureOut">
              <a:rPr lang="en-001" smtClean="0"/>
              <a:t>15/04/2026</a:t>
            </a:fld>
            <a:endParaRPr lang="en-001"/>
          </a:p>
        </p:txBody>
      </p:sp>
      <p:sp>
        <p:nvSpPr>
          <p:cNvPr id="5" name="Footer Placeholder 4">
            <a:extLst>
              <a:ext uri="{FF2B5EF4-FFF2-40B4-BE49-F238E27FC236}">
                <a16:creationId xmlns:a16="http://schemas.microsoft.com/office/drawing/2014/main" id="{412C9813-CBC6-E5BB-B6A6-C91175730707}"/>
              </a:ext>
            </a:extLst>
          </p:cNvPr>
          <p:cNvSpPr>
            <a:spLocks noGrp="1"/>
          </p:cNvSpPr>
          <p:nvPr>
            <p:ph type="ftr" sz="quarter" idx="11"/>
          </p:nvPr>
        </p:nvSpPr>
        <p:spPr/>
        <p:txBody>
          <a:bodyPr/>
          <a:lstStyle/>
          <a:p>
            <a:endParaRPr lang="en-001"/>
          </a:p>
        </p:txBody>
      </p:sp>
      <p:sp>
        <p:nvSpPr>
          <p:cNvPr id="6" name="Slide Number Placeholder 5">
            <a:extLst>
              <a:ext uri="{FF2B5EF4-FFF2-40B4-BE49-F238E27FC236}">
                <a16:creationId xmlns:a16="http://schemas.microsoft.com/office/drawing/2014/main" id="{AF026BE1-717A-8CA3-FCB0-6681444BD444}"/>
              </a:ext>
            </a:extLst>
          </p:cNvPr>
          <p:cNvSpPr>
            <a:spLocks noGrp="1"/>
          </p:cNvSpPr>
          <p:nvPr>
            <p:ph type="sldNum" sz="quarter" idx="12"/>
          </p:nvPr>
        </p:nvSpPr>
        <p:spPr/>
        <p:txBody>
          <a:bodyPr/>
          <a:lstStyle/>
          <a:p>
            <a:fld id="{EE1C2AB2-053C-48E1-A57B-D531C5BC3A38}" type="slidenum">
              <a:rPr lang="en-001" smtClean="0"/>
              <a:t>‹#›</a:t>
            </a:fld>
            <a:endParaRPr lang="en-001"/>
          </a:p>
        </p:txBody>
      </p:sp>
    </p:spTree>
    <p:extLst>
      <p:ext uri="{BB962C8B-B14F-4D97-AF65-F5344CB8AC3E}">
        <p14:creationId xmlns:p14="http://schemas.microsoft.com/office/powerpoint/2010/main" val="2396336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6A649E-4CB1-A4FE-E871-8A1AA59E11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001"/>
          </a:p>
        </p:txBody>
      </p:sp>
      <p:sp>
        <p:nvSpPr>
          <p:cNvPr id="3" name="Text Placeholder 2">
            <a:extLst>
              <a:ext uri="{FF2B5EF4-FFF2-40B4-BE49-F238E27FC236}">
                <a16:creationId xmlns:a16="http://schemas.microsoft.com/office/drawing/2014/main" id="{8DD3A6C8-75EA-10E7-B6ED-84622EF3C4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4" name="Date Placeholder 3">
            <a:extLst>
              <a:ext uri="{FF2B5EF4-FFF2-40B4-BE49-F238E27FC236}">
                <a16:creationId xmlns:a16="http://schemas.microsoft.com/office/drawing/2014/main" id="{E3944B2C-3DDC-7DBE-B301-F369F33344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A4E42-AE46-4920-A2DB-A1327D09875A}" type="datetimeFigureOut">
              <a:rPr lang="en-001" smtClean="0"/>
              <a:t>15/04/2026</a:t>
            </a:fld>
            <a:endParaRPr lang="en-001"/>
          </a:p>
        </p:txBody>
      </p:sp>
      <p:sp>
        <p:nvSpPr>
          <p:cNvPr id="5" name="Footer Placeholder 4">
            <a:extLst>
              <a:ext uri="{FF2B5EF4-FFF2-40B4-BE49-F238E27FC236}">
                <a16:creationId xmlns:a16="http://schemas.microsoft.com/office/drawing/2014/main" id="{6AA0E26E-1D32-7772-7AE4-3E31527739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001"/>
          </a:p>
        </p:txBody>
      </p:sp>
      <p:sp>
        <p:nvSpPr>
          <p:cNvPr id="6" name="Slide Number Placeholder 5">
            <a:extLst>
              <a:ext uri="{FF2B5EF4-FFF2-40B4-BE49-F238E27FC236}">
                <a16:creationId xmlns:a16="http://schemas.microsoft.com/office/drawing/2014/main" id="{92FF766B-0A2C-2EEE-3939-FA80FB7555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C2AB2-053C-48E1-A57B-D531C5BC3A38}" type="slidenum">
              <a:rPr lang="en-001" smtClean="0"/>
              <a:t>‹#›</a:t>
            </a:fld>
            <a:endParaRPr lang="en-001"/>
          </a:p>
        </p:txBody>
      </p:sp>
    </p:spTree>
    <p:extLst>
      <p:ext uri="{BB962C8B-B14F-4D97-AF65-F5344CB8AC3E}">
        <p14:creationId xmlns:p14="http://schemas.microsoft.com/office/powerpoint/2010/main" val="3599625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001"/>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CA52-A99D-2B60-F4C0-449E4A4D1E35}"/>
              </a:ext>
            </a:extLst>
          </p:cNvPr>
          <p:cNvSpPr>
            <a:spLocks noGrp="1"/>
          </p:cNvSpPr>
          <p:nvPr>
            <p:ph type="ctrTitle"/>
          </p:nvPr>
        </p:nvSpPr>
        <p:spPr/>
        <p:txBody>
          <a:bodyPr/>
          <a:lstStyle/>
          <a:p>
            <a:r>
              <a:rPr lang="en-US" dirty="0"/>
              <a:t>Mind Mate!</a:t>
            </a:r>
            <a:endParaRPr lang="en-001" dirty="0"/>
          </a:p>
        </p:txBody>
      </p:sp>
      <p:sp>
        <p:nvSpPr>
          <p:cNvPr id="3" name="Subtitle 2">
            <a:extLst>
              <a:ext uri="{FF2B5EF4-FFF2-40B4-BE49-F238E27FC236}">
                <a16:creationId xmlns:a16="http://schemas.microsoft.com/office/drawing/2014/main" id="{58D4AB46-80D2-9D2B-E435-F9095B531F37}"/>
              </a:ext>
            </a:extLst>
          </p:cNvPr>
          <p:cNvSpPr>
            <a:spLocks noGrp="1"/>
          </p:cNvSpPr>
          <p:nvPr>
            <p:ph type="subTitle" idx="1"/>
          </p:nvPr>
        </p:nvSpPr>
        <p:spPr/>
        <p:txBody>
          <a:bodyPr/>
          <a:lstStyle/>
          <a:p>
            <a:endParaRPr lang="en-001"/>
          </a:p>
        </p:txBody>
      </p:sp>
    </p:spTree>
    <p:extLst>
      <p:ext uri="{BB962C8B-B14F-4D97-AF65-F5344CB8AC3E}">
        <p14:creationId xmlns:p14="http://schemas.microsoft.com/office/powerpoint/2010/main" val="2899347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947BF-10DB-A49F-135F-4D15097301DC}"/>
              </a:ext>
            </a:extLst>
          </p:cNvPr>
          <p:cNvSpPr>
            <a:spLocks noGrp="1"/>
          </p:cNvSpPr>
          <p:nvPr>
            <p:ph type="title"/>
          </p:nvPr>
        </p:nvSpPr>
        <p:spPr/>
        <p:txBody>
          <a:bodyPr/>
          <a:lstStyle/>
          <a:p>
            <a:r>
              <a:rPr lang="en-US" dirty="0"/>
              <a:t>Problem statement</a:t>
            </a:r>
            <a:endParaRPr lang="en-001" dirty="0"/>
          </a:p>
        </p:txBody>
      </p:sp>
      <p:sp>
        <p:nvSpPr>
          <p:cNvPr id="3" name="Content Placeholder 2">
            <a:extLst>
              <a:ext uri="{FF2B5EF4-FFF2-40B4-BE49-F238E27FC236}">
                <a16:creationId xmlns:a16="http://schemas.microsoft.com/office/drawing/2014/main" id="{4ACC5275-1F9A-74FB-BB43-26BCE9710798}"/>
              </a:ext>
            </a:extLst>
          </p:cNvPr>
          <p:cNvSpPr>
            <a:spLocks noGrp="1"/>
          </p:cNvSpPr>
          <p:nvPr>
            <p:ph idx="1"/>
          </p:nvPr>
        </p:nvSpPr>
        <p:spPr/>
        <p:txBody>
          <a:bodyPr/>
          <a:lstStyle/>
          <a:p>
            <a:r>
              <a:rPr lang="en-US" dirty="0"/>
              <a:t>People want to improve their mental wellbeing so that they can do better in their personal, professional and spiritual life.  This will help them see improvement physically, mentally , emotionally ,intellectually and spiritually.</a:t>
            </a:r>
          </a:p>
          <a:p>
            <a:r>
              <a:rPr lang="en-US" dirty="0"/>
              <a:t>The awareness is there to take action </a:t>
            </a:r>
          </a:p>
          <a:p>
            <a:r>
              <a:rPr lang="en-US" dirty="0"/>
              <a:t>But </a:t>
            </a:r>
            <a:r>
              <a:rPr lang="en-US" b="1" dirty="0"/>
              <a:t>How to take actions ??</a:t>
            </a:r>
          </a:p>
          <a:p>
            <a:endParaRPr lang="en-001" b="1" dirty="0"/>
          </a:p>
        </p:txBody>
      </p:sp>
    </p:spTree>
    <p:extLst>
      <p:ext uri="{BB962C8B-B14F-4D97-AF65-F5344CB8AC3E}">
        <p14:creationId xmlns:p14="http://schemas.microsoft.com/office/powerpoint/2010/main" val="4235732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BBE2E-0341-877D-FF40-DF4EC38B798A}"/>
              </a:ext>
            </a:extLst>
          </p:cNvPr>
          <p:cNvSpPr>
            <a:spLocks noGrp="1"/>
          </p:cNvSpPr>
          <p:nvPr>
            <p:ph type="title"/>
          </p:nvPr>
        </p:nvSpPr>
        <p:spPr/>
        <p:txBody>
          <a:bodyPr/>
          <a:lstStyle/>
          <a:p>
            <a:r>
              <a:rPr lang="en-US" dirty="0"/>
              <a:t>The solution /answer</a:t>
            </a:r>
            <a:endParaRPr lang="en-001" dirty="0"/>
          </a:p>
        </p:txBody>
      </p:sp>
      <p:sp>
        <p:nvSpPr>
          <p:cNvPr id="3" name="Content Placeholder 2">
            <a:extLst>
              <a:ext uri="{FF2B5EF4-FFF2-40B4-BE49-F238E27FC236}">
                <a16:creationId xmlns:a16="http://schemas.microsoft.com/office/drawing/2014/main" id="{E473F2A3-4E5C-A610-7540-9DC7A37A832E}"/>
              </a:ext>
            </a:extLst>
          </p:cNvPr>
          <p:cNvSpPr>
            <a:spLocks noGrp="1"/>
          </p:cNvSpPr>
          <p:nvPr>
            <p:ph idx="1"/>
          </p:nvPr>
        </p:nvSpPr>
        <p:spPr/>
        <p:txBody>
          <a:bodyPr/>
          <a:lstStyle/>
          <a:p>
            <a:r>
              <a:rPr lang="en-US" dirty="0"/>
              <a:t>Human psychology is to take actions when they are tangible goal based and time boxed </a:t>
            </a:r>
          </a:p>
          <a:p>
            <a:r>
              <a:rPr lang="en-US" dirty="0"/>
              <a:t>However, they become lazy to set goals and don’t know how to set them in this content. It is easy to set gym goals, health goals, professional goals but not psychology goals.</a:t>
            </a:r>
          </a:p>
          <a:p>
            <a:r>
              <a:rPr lang="en-US" dirty="0"/>
              <a:t>Psychological goals are the most important that affects all avenues of life.</a:t>
            </a:r>
          </a:p>
          <a:p>
            <a:r>
              <a:rPr lang="en-US" dirty="0"/>
              <a:t>Build an app that enables users to do so </a:t>
            </a:r>
            <a:endParaRPr lang="en-001" dirty="0"/>
          </a:p>
        </p:txBody>
      </p:sp>
    </p:spTree>
    <p:extLst>
      <p:ext uri="{BB962C8B-B14F-4D97-AF65-F5344CB8AC3E}">
        <p14:creationId xmlns:p14="http://schemas.microsoft.com/office/powerpoint/2010/main" val="3233654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DCE51-59AB-2892-9C1C-2506608B1CAB}"/>
              </a:ext>
            </a:extLst>
          </p:cNvPr>
          <p:cNvSpPr>
            <a:spLocks noGrp="1"/>
          </p:cNvSpPr>
          <p:nvPr>
            <p:ph type="title"/>
          </p:nvPr>
        </p:nvSpPr>
        <p:spPr/>
        <p:txBody>
          <a:bodyPr/>
          <a:lstStyle/>
          <a:p>
            <a:r>
              <a:rPr lang="en-US" dirty="0"/>
              <a:t>Motivation</a:t>
            </a:r>
            <a:endParaRPr lang="en-001" dirty="0"/>
          </a:p>
        </p:txBody>
      </p:sp>
      <p:sp>
        <p:nvSpPr>
          <p:cNvPr id="3" name="Content Placeholder 2">
            <a:extLst>
              <a:ext uri="{FF2B5EF4-FFF2-40B4-BE49-F238E27FC236}">
                <a16:creationId xmlns:a16="http://schemas.microsoft.com/office/drawing/2014/main" id="{6BBA4BD7-8808-61C6-47DF-1A65BB129D78}"/>
              </a:ext>
            </a:extLst>
          </p:cNvPr>
          <p:cNvSpPr>
            <a:spLocks noGrp="1"/>
          </p:cNvSpPr>
          <p:nvPr>
            <p:ph idx="1"/>
          </p:nvPr>
        </p:nvSpPr>
        <p:spPr/>
        <p:txBody>
          <a:bodyPr/>
          <a:lstStyle/>
          <a:p>
            <a:r>
              <a:rPr lang="en-US" dirty="0"/>
              <a:t>Need a community of like-minded people to participate and motivate each other </a:t>
            </a:r>
          </a:p>
          <a:p>
            <a:r>
              <a:rPr lang="en-US" dirty="0"/>
              <a:t>Should have faith in using the tool for personal transformation </a:t>
            </a:r>
          </a:p>
          <a:p>
            <a:r>
              <a:rPr lang="en-US" dirty="0"/>
              <a:t>May or may not have any spiritual background or inclination , they just want to improve their way of dealing with situations and people .</a:t>
            </a:r>
          </a:p>
          <a:p>
            <a:r>
              <a:rPr lang="en-US" dirty="0"/>
              <a:t>Motivation is self transformation. The awareness is there but unable to find tools/ways to go through the journey of self transformation. Either don’t have the means to go to a counsellor or don’t trust a counsellor or a family member </a:t>
            </a:r>
          </a:p>
          <a:p>
            <a:endParaRPr lang="en-US" dirty="0"/>
          </a:p>
          <a:p>
            <a:endParaRPr lang="en-001" dirty="0"/>
          </a:p>
        </p:txBody>
      </p:sp>
    </p:spTree>
    <p:extLst>
      <p:ext uri="{BB962C8B-B14F-4D97-AF65-F5344CB8AC3E}">
        <p14:creationId xmlns:p14="http://schemas.microsoft.com/office/powerpoint/2010/main" val="1824527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AFD1-89B1-44FE-5B07-4588BC9EA3C2}"/>
              </a:ext>
            </a:extLst>
          </p:cNvPr>
          <p:cNvSpPr>
            <a:spLocks noGrp="1"/>
          </p:cNvSpPr>
          <p:nvPr>
            <p:ph type="title"/>
          </p:nvPr>
        </p:nvSpPr>
        <p:spPr/>
        <p:txBody>
          <a:bodyPr/>
          <a:lstStyle/>
          <a:p>
            <a:r>
              <a:rPr lang="en-US" dirty="0"/>
              <a:t>ASK FROM USERS- only 2 steps ( only 10 mins self reflection either on tool or notepad)</a:t>
            </a:r>
            <a:endParaRPr lang="en-001" dirty="0"/>
          </a:p>
        </p:txBody>
      </p:sp>
      <p:sp>
        <p:nvSpPr>
          <p:cNvPr id="3" name="Content Placeholder 2">
            <a:extLst>
              <a:ext uri="{FF2B5EF4-FFF2-40B4-BE49-F238E27FC236}">
                <a16:creationId xmlns:a16="http://schemas.microsoft.com/office/drawing/2014/main" id="{BB60025D-89CB-141F-25FD-12FFAF8611C1}"/>
              </a:ext>
            </a:extLst>
          </p:cNvPr>
          <p:cNvSpPr>
            <a:spLocks noGrp="1"/>
          </p:cNvSpPr>
          <p:nvPr>
            <p:ph idx="1"/>
          </p:nvPr>
        </p:nvSpPr>
        <p:spPr/>
        <p:txBody>
          <a:bodyPr>
            <a:normAutofit lnSpcReduction="10000"/>
          </a:bodyPr>
          <a:lstStyle/>
          <a:p>
            <a:r>
              <a:rPr lang="en-US" dirty="0"/>
              <a:t>OBSERVATION -Users proactively observes their thoughts , behavior, trigger patterns </a:t>
            </a:r>
            <a:r>
              <a:rPr lang="en-US" dirty="0" err="1"/>
              <a:t>etc</a:t>
            </a:r>
            <a:r>
              <a:rPr lang="en-US" dirty="0"/>
              <a:t> throughout the day </a:t>
            </a:r>
          </a:p>
          <a:p>
            <a:r>
              <a:rPr lang="en-US" dirty="0"/>
              <a:t>RECORDING- record it either on their notebook, on the app as a free text and list of question from chatbot like :</a:t>
            </a:r>
          </a:p>
          <a:p>
            <a:pPr marL="914400" lvl="1" indent="-457200">
              <a:buFont typeface="+mj-lt"/>
              <a:buAutoNum type="arabicPeriod"/>
            </a:pPr>
            <a:r>
              <a:rPr lang="en-US" dirty="0"/>
              <a:t>How many times did you react where you felt that you could have stated calm to get better results ?</a:t>
            </a:r>
          </a:p>
          <a:p>
            <a:pPr marL="914400" lvl="1" indent="-457200">
              <a:buFont typeface="+mj-lt"/>
              <a:buAutoNum type="arabicPeriod"/>
            </a:pPr>
            <a:r>
              <a:rPr lang="en-US" dirty="0"/>
              <a:t>How many times you felt you can’t do it or other self- critic thoughts ?</a:t>
            </a:r>
          </a:p>
          <a:p>
            <a:pPr marL="914400" lvl="1" indent="-457200">
              <a:buFont typeface="+mj-lt"/>
              <a:buAutoNum type="arabicPeriod"/>
            </a:pPr>
            <a:r>
              <a:rPr lang="en-US" dirty="0"/>
              <a:t>How many time did you appreciate someone and being grateful ?</a:t>
            </a:r>
          </a:p>
          <a:p>
            <a:pPr marL="914400" lvl="1" indent="-457200">
              <a:buFont typeface="+mj-lt"/>
              <a:buAutoNum type="arabicPeriod"/>
            </a:pPr>
            <a:r>
              <a:rPr lang="en-US" dirty="0"/>
              <a:t>How many times did you gossip , talking about someone negatively ?</a:t>
            </a:r>
          </a:p>
          <a:p>
            <a:pPr marL="914400" lvl="1" indent="-457200">
              <a:buFont typeface="+mj-lt"/>
              <a:buAutoNum type="arabicPeriod"/>
            </a:pPr>
            <a:r>
              <a:rPr lang="en-US" dirty="0"/>
              <a:t>How many times did you worry about future?</a:t>
            </a:r>
          </a:p>
          <a:p>
            <a:pPr marL="914400" lvl="1" indent="-457200">
              <a:buFont typeface="+mj-lt"/>
              <a:buAutoNum type="arabicPeriod"/>
            </a:pPr>
            <a:r>
              <a:rPr lang="en-US" dirty="0"/>
              <a:t>How many times you felt that you were stuck in past ?</a:t>
            </a:r>
          </a:p>
          <a:p>
            <a:pPr marL="457200" lvl="1" indent="0">
              <a:buNone/>
            </a:pPr>
            <a:endParaRPr lang="en-US" dirty="0"/>
          </a:p>
          <a:p>
            <a:endParaRPr lang="en-US" dirty="0"/>
          </a:p>
          <a:p>
            <a:endParaRPr lang="en-001" dirty="0"/>
          </a:p>
        </p:txBody>
      </p:sp>
    </p:spTree>
    <p:extLst>
      <p:ext uri="{BB962C8B-B14F-4D97-AF65-F5344CB8AC3E}">
        <p14:creationId xmlns:p14="http://schemas.microsoft.com/office/powerpoint/2010/main" val="126653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B2128-7558-33A2-1F0B-CD81734AD629}"/>
              </a:ext>
            </a:extLst>
          </p:cNvPr>
          <p:cNvSpPr>
            <a:spLocks noGrp="1"/>
          </p:cNvSpPr>
          <p:nvPr>
            <p:ph type="title"/>
          </p:nvPr>
        </p:nvSpPr>
        <p:spPr/>
        <p:txBody>
          <a:bodyPr>
            <a:normAutofit fontScale="90000"/>
          </a:bodyPr>
          <a:lstStyle/>
          <a:p>
            <a:r>
              <a:rPr lang="en-US" dirty="0"/>
              <a:t>User journey- Landing page after authentication</a:t>
            </a:r>
            <a:br>
              <a:rPr lang="en-001" dirty="0"/>
            </a:br>
            <a:endParaRPr lang="en-001" dirty="0"/>
          </a:p>
        </p:txBody>
      </p:sp>
      <p:sp>
        <p:nvSpPr>
          <p:cNvPr id="3" name="Content Placeholder 2">
            <a:extLst>
              <a:ext uri="{FF2B5EF4-FFF2-40B4-BE49-F238E27FC236}">
                <a16:creationId xmlns:a16="http://schemas.microsoft.com/office/drawing/2014/main" id="{D5105D1D-656D-83CC-EFA6-774733DEA36D}"/>
              </a:ext>
            </a:extLst>
          </p:cNvPr>
          <p:cNvSpPr>
            <a:spLocks noGrp="1"/>
          </p:cNvSpPr>
          <p:nvPr>
            <p:ph idx="1"/>
          </p:nvPr>
        </p:nvSpPr>
        <p:spPr/>
        <p:txBody>
          <a:bodyPr>
            <a:normAutofit fontScale="62500" lnSpcReduction="20000"/>
          </a:bodyPr>
          <a:lstStyle/>
          <a:p>
            <a:r>
              <a:rPr lang="en-US" dirty="0"/>
              <a:t>Mobile first and then web</a:t>
            </a:r>
          </a:p>
          <a:p>
            <a:r>
              <a:rPr lang="en-US" dirty="0"/>
              <a:t>AI created intuitive logo</a:t>
            </a:r>
          </a:p>
          <a:p>
            <a:r>
              <a:rPr lang="en-US" dirty="0"/>
              <a:t>Colors for the app – use soft colors, preference towards green specifically. Combination of green </a:t>
            </a:r>
            <a:r>
              <a:rPr lang="en-US"/>
              <a:t>and white</a:t>
            </a:r>
            <a:endParaRPr lang="en-US" dirty="0"/>
          </a:p>
          <a:p>
            <a:r>
              <a:rPr lang="en-US" dirty="0"/>
              <a:t>Users' login page – make a profile using their email id, usual authentication should be there </a:t>
            </a:r>
          </a:p>
          <a:p>
            <a:r>
              <a:rPr lang="en-US" dirty="0"/>
              <a:t>Some content of what is this tool about and how can it help you ?</a:t>
            </a:r>
          </a:p>
          <a:p>
            <a:r>
              <a:rPr lang="en-US" dirty="0"/>
              <a:t>Thought of the day</a:t>
            </a:r>
          </a:p>
          <a:p>
            <a:r>
              <a:rPr lang="en-US" dirty="0"/>
              <a:t>What are negative thoughts, wasteful thoughts and unnecessary thoughts ?</a:t>
            </a:r>
          </a:p>
          <a:p>
            <a:pPr lvl="1"/>
            <a:r>
              <a:rPr lang="en-US" dirty="0"/>
              <a:t>Negative thoughts- Criticism towards self and others with examples </a:t>
            </a:r>
          </a:p>
          <a:p>
            <a:pPr lvl="1"/>
            <a:r>
              <a:rPr lang="en-US" dirty="0"/>
              <a:t>Wasteful thoughts – worrying about trivial things day to day , past journey, gossiping with examples </a:t>
            </a:r>
          </a:p>
          <a:p>
            <a:pPr lvl="1"/>
            <a:r>
              <a:rPr lang="en-US" dirty="0"/>
              <a:t>Unnecessary – worrying about people and situation beyond your control like weather , natural calamities. Planning too much about future or over planning and worrying about future. With examples </a:t>
            </a:r>
          </a:p>
          <a:p>
            <a:r>
              <a:rPr lang="en-US" dirty="0"/>
              <a:t>Dashboard view – starts building as user starts logging their day. Empty to start with. Dashboard to include </a:t>
            </a:r>
          </a:p>
          <a:p>
            <a:r>
              <a:rPr lang="en-US" dirty="0"/>
              <a:t>Landing page to show daily notifications – affirmation to follow, motivational quotes to set intention of the day. </a:t>
            </a:r>
          </a:p>
          <a:p>
            <a:pPr marL="0" indent="0">
              <a:buNone/>
            </a:pPr>
            <a:endParaRPr lang="en-US" dirty="0"/>
          </a:p>
          <a:p>
            <a:pPr lvl="1"/>
            <a:endParaRPr lang="en-US" dirty="0"/>
          </a:p>
          <a:p>
            <a:pPr marL="0" indent="0">
              <a:buNone/>
            </a:pPr>
            <a:endParaRPr lang="en-001" dirty="0"/>
          </a:p>
        </p:txBody>
      </p:sp>
      <p:sp>
        <p:nvSpPr>
          <p:cNvPr id="4" name="Rectangle 3">
            <a:extLst>
              <a:ext uri="{FF2B5EF4-FFF2-40B4-BE49-F238E27FC236}">
                <a16:creationId xmlns:a16="http://schemas.microsoft.com/office/drawing/2014/main" id="{A4FB0D02-3DD0-6DB0-5732-99EDF3C1D345}"/>
              </a:ext>
            </a:extLst>
          </p:cNvPr>
          <p:cNvSpPr/>
          <p:nvPr/>
        </p:nvSpPr>
        <p:spPr>
          <a:xfrm>
            <a:off x="9173497" y="5854700"/>
            <a:ext cx="2605548"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Landing page after authentication</a:t>
            </a:r>
            <a:endParaRPr lang="en-001" dirty="0"/>
          </a:p>
        </p:txBody>
      </p:sp>
    </p:spTree>
    <p:extLst>
      <p:ext uri="{BB962C8B-B14F-4D97-AF65-F5344CB8AC3E}">
        <p14:creationId xmlns:p14="http://schemas.microsoft.com/office/powerpoint/2010/main" val="1673996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1C993-E7A7-EEB2-0065-1ECBA6F19AA6}"/>
              </a:ext>
            </a:extLst>
          </p:cNvPr>
          <p:cNvSpPr>
            <a:spLocks noGrp="1"/>
          </p:cNvSpPr>
          <p:nvPr>
            <p:ph type="title"/>
          </p:nvPr>
        </p:nvSpPr>
        <p:spPr/>
        <p:txBody>
          <a:bodyPr/>
          <a:lstStyle/>
          <a:p>
            <a:r>
              <a:rPr lang="en-US" dirty="0"/>
              <a:t>User journey -Goal setting </a:t>
            </a:r>
            <a:endParaRPr lang="en-001" dirty="0"/>
          </a:p>
        </p:txBody>
      </p:sp>
      <p:sp>
        <p:nvSpPr>
          <p:cNvPr id="3" name="Content Placeholder 2">
            <a:extLst>
              <a:ext uri="{FF2B5EF4-FFF2-40B4-BE49-F238E27FC236}">
                <a16:creationId xmlns:a16="http://schemas.microsoft.com/office/drawing/2014/main" id="{4A6F5B1C-C4EA-55EE-B93A-0EF3DFF3A203}"/>
              </a:ext>
            </a:extLst>
          </p:cNvPr>
          <p:cNvSpPr>
            <a:spLocks noGrp="1"/>
          </p:cNvSpPr>
          <p:nvPr>
            <p:ph idx="1"/>
          </p:nvPr>
        </p:nvSpPr>
        <p:spPr/>
        <p:txBody>
          <a:bodyPr/>
          <a:lstStyle/>
          <a:p>
            <a:r>
              <a:rPr lang="en-US" dirty="0"/>
              <a:t>Suggested goals</a:t>
            </a:r>
          </a:p>
          <a:p>
            <a:pPr lvl="1"/>
            <a:r>
              <a:rPr lang="en-US" dirty="0"/>
              <a:t>60 % of positive thoughts , 40 % of negative/wasteful/unnecessary thoughts ( everything else) </a:t>
            </a:r>
          </a:p>
          <a:p>
            <a:pPr lvl="1"/>
            <a:r>
              <a:rPr lang="en-US" dirty="0"/>
              <a:t>During 2 weeks </a:t>
            </a:r>
          </a:p>
          <a:p>
            <a:r>
              <a:rPr lang="en-US" dirty="0"/>
              <a:t>Set your own goals –</a:t>
            </a:r>
          </a:p>
          <a:p>
            <a:pPr lvl="1"/>
            <a:r>
              <a:rPr lang="en-US" dirty="0"/>
              <a:t>Positive thoughts – enter number per day </a:t>
            </a:r>
          </a:p>
          <a:p>
            <a:pPr lvl="1"/>
            <a:r>
              <a:rPr lang="en-US" dirty="0"/>
              <a:t>Negative /wasteful/unnecessary thoughts – enter number per day </a:t>
            </a:r>
          </a:p>
          <a:p>
            <a:pPr lvl="1"/>
            <a:r>
              <a:rPr lang="en-US" dirty="0"/>
              <a:t>Duration – enter duration  ( suggestions start small like 15 days or 21 days )</a:t>
            </a:r>
          </a:p>
          <a:p>
            <a:pPr lvl="1"/>
            <a:endParaRPr lang="en-US" dirty="0"/>
          </a:p>
        </p:txBody>
      </p:sp>
      <p:sp>
        <p:nvSpPr>
          <p:cNvPr id="4" name="Rectangle 3">
            <a:extLst>
              <a:ext uri="{FF2B5EF4-FFF2-40B4-BE49-F238E27FC236}">
                <a16:creationId xmlns:a16="http://schemas.microsoft.com/office/drawing/2014/main" id="{ED3485B6-3D8A-11BD-8B64-EF27D3774628}"/>
              </a:ext>
            </a:extLst>
          </p:cNvPr>
          <p:cNvSpPr/>
          <p:nvPr/>
        </p:nvSpPr>
        <p:spPr>
          <a:xfrm>
            <a:off x="9173497" y="5854700"/>
            <a:ext cx="2605548"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Goal Setting</a:t>
            </a:r>
            <a:endParaRPr lang="en-001" dirty="0"/>
          </a:p>
        </p:txBody>
      </p:sp>
    </p:spTree>
    <p:extLst>
      <p:ext uri="{BB962C8B-B14F-4D97-AF65-F5344CB8AC3E}">
        <p14:creationId xmlns:p14="http://schemas.microsoft.com/office/powerpoint/2010/main" val="817946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70B6-6F61-6D5B-BD3A-A8A444CEAE67}"/>
              </a:ext>
            </a:extLst>
          </p:cNvPr>
          <p:cNvSpPr>
            <a:spLocks noGrp="1"/>
          </p:cNvSpPr>
          <p:nvPr>
            <p:ph type="title"/>
          </p:nvPr>
        </p:nvSpPr>
        <p:spPr>
          <a:xfrm>
            <a:off x="0" y="-274003"/>
            <a:ext cx="10515600" cy="1325563"/>
          </a:xfrm>
        </p:spPr>
        <p:txBody>
          <a:bodyPr/>
          <a:lstStyle/>
          <a:p>
            <a:r>
              <a:rPr lang="en-US" dirty="0"/>
              <a:t>User journey – log your day  </a:t>
            </a:r>
            <a:endParaRPr lang="en-001" dirty="0"/>
          </a:p>
        </p:txBody>
      </p:sp>
      <p:sp>
        <p:nvSpPr>
          <p:cNvPr id="3" name="Content Placeholder 2">
            <a:extLst>
              <a:ext uri="{FF2B5EF4-FFF2-40B4-BE49-F238E27FC236}">
                <a16:creationId xmlns:a16="http://schemas.microsoft.com/office/drawing/2014/main" id="{C97EEC73-C368-17B0-B7F8-1D0B85926F78}"/>
              </a:ext>
            </a:extLst>
          </p:cNvPr>
          <p:cNvSpPr>
            <a:spLocks noGrp="1"/>
          </p:cNvSpPr>
          <p:nvPr>
            <p:ph idx="1"/>
          </p:nvPr>
        </p:nvSpPr>
        <p:spPr>
          <a:xfrm>
            <a:off x="297426" y="727515"/>
            <a:ext cx="10515600" cy="4351338"/>
          </a:xfrm>
        </p:spPr>
        <p:txBody>
          <a:bodyPr/>
          <a:lstStyle/>
          <a:p>
            <a:r>
              <a:rPr lang="en-US" sz="2000" dirty="0"/>
              <a:t>Context- we need only 10 minutes of your day to log. Nothing fancy, just pour your heart.</a:t>
            </a:r>
          </a:p>
          <a:p>
            <a:r>
              <a:rPr lang="en-US" sz="2000" dirty="0"/>
              <a:t>Get notified – On/Off toggle button- If selected ON, user to get notified by the App</a:t>
            </a:r>
          </a:p>
          <a:p>
            <a:r>
              <a:rPr lang="en-US" sz="2000" dirty="0"/>
              <a:t>Journal on app or notepad. Free text field on app and it’s handwritten then AI to read it and interpret it and classify it in 4 buckets and shows to the user ( backend logic)</a:t>
            </a:r>
          </a:p>
          <a:p>
            <a:r>
              <a:rPr lang="en-US" sz="2000" dirty="0"/>
              <a:t>Frontend visuals- Intuitive visuals with colors to tell the story of the day. User colors taking color blindness into account and behaviors The visuals with include 3 columns. Start feeding on dashboard view on landing page </a:t>
            </a:r>
          </a:p>
          <a:p>
            <a:endParaRPr lang="en-US" dirty="0"/>
          </a:p>
        </p:txBody>
      </p:sp>
      <p:graphicFrame>
        <p:nvGraphicFramePr>
          <p:cNvPr id="5" name="Table 4">
            <a:extLst>
              <a:ext uri="{FF2B5EF4-FFF2-40B4-BE49-F238E27FC236}">
                <a16:creationId xmlns:a16="http://schemas.microsoft.com/office/drawing/2014/main" id="{0EDE675A-76C4-AE5F-79D3-FED4FE2486ED}"/>
              </a:ext>
            </a:extLst>
          </p:cNvPr>
          <p:cNvGraphicFramePr>
            <a:graphicFrameLocks noGrp="1"/>
          </p:cNvGraphicFramePr>
          <p:nvPr>
            <p:extLst>
              <p:ext uri="{D42A27DB-BD31-4B8C-83A1-F6EECF244321}">
                <p14:modId xmlns:p14="http://schemas.microsoft.com/office/powerpoint/2010/main" val="3476042407"/>
              </p:ext>
            </p:extLst>
          </p:nvPr>
        </p:nvGraphicFramePr>
        <p:xfrm>
          <a:off x="439174" y="3702931"/>
          <a:ext cx="6915355" cy="2377440"/>
        </p:xfrm>
        <a:graphic>
          <a:graphicData uri="http://schemas.openxmlformats.org/drawingml/2006/table">
            <a:tbl>
              <a:tblPr firstRow="1" bandRow="1">
                <a:tableStyleId>{5C22544A-7EE6-4342-B048-85BDC9FD1C3A}</a:tableStyleId>
              </a:tblPr>
              <a:tblGrid>
                <a:gridCol w="2305118">
                  <a:extLst>
                    <a:ext uri="{9D8B030D-6E8A-4147-A177-3AD203B41FA5}">
                      <a16:colId xmlns:a16="http://schemas.microsoft.com/office/drawing/2014/main" val="2278537131"/>
                    </a:ext>
                  </a:extLst>
                </a:gridCol>
                <a:gridCol w="1303104">
                  <a:extLst>
                    <a:ext uri="{9D8B030D-6E8A-4147-A177-3AD203B41FA5}">
                      <a16:colId xmlns:a16="http://schemas.microsoft.com/office/drawing/2014/main" val="2733872988"/>
                    </a:ext>
                  </a:extLst>
                </a:gridCol>
                <a:gridCol w="3307133">
                  <a:extLst>
                    <a:ext uri="{9D8B030D-6E8A-4147-A177-3AD203B41FA5}">
                      <a16:colId xmlns:a16="http://schemas.microsoft.com/office/drawing/2014/main" val="1644989811"/>
                    </a:ext>
                  </a:extLst>
                </a:gridCol>
              </a:tblGrid>
              <a:tr h="517252">
                <a:tc>
                  <a:txBody>
                    <a:bodyPr/>
                    <a:lstStyle/>
                    <a:p>
                      <a:r>
                        <a:rPr lang="en-US" dirty="0"/>
                        <a:t>Thoughts</a:t>
                      </a:r>
                      <a:endParaRPr lang="en-001" dirty="0"/>
                    </a:p>
                  </a:txBody>
                  <a:tcPr/>
                </a:tc>
                <a:tc>
                  <a:txBody>
                    <a:bodyPr/>
                    <a:lstStyle/>
                    <a:p>
                      <a:r>
                        <a:rPr lang="en-US" dirty="0"/>
                        <a:t>Quantity (</a:t>
                      </a:r>
                      <a:r>
                        <a:rPr lang="en-US" dirty="0" err="1"/>
                        <a:t>e.g</a:t>
                      </a:r>
                      <a:r>
                        <a:rPr lang="en-US" dirty="0"/>
                        <a:t>)</a:t>
                      </a:r>
                      <a:endParaRPr lang="en-001" dirty="0"/>
                    </a:p>
                  </a:txBody>
                  <a:tcPr/>
                </a:tc>
                <a:tc>
                  <a:txBody>
                    <a:bodyPr/>
                    <a:lstStyle/>
                    <a:p>
                      <a:r>
                        <a:rPr lang="en-US" dirty="0"/>
                        <a:t>From your journal (</a:t>
                      </a:r>
                      <a:r>
                        <a:rPr lang="en-US" dirty="0" err="1"/>
                        <a:t>e.g</a:t>
                      </a:r>
                      <a:r>
                        <a:rPr lang="en-US" dirty="0"/>
                        <a:t>)</a:t>
                      </a:r>
                      <a:endParaRPr lang="en-001" dirty="0"/>
                    </a:p>
                  </a:txBody>
                  <a:tcPr/>
                </a:tc>
                <a:extLst>
                  <a:ext uri="{0D108BD9-81ED-4DB2-BD59-A6C34878D82A}">
                    <a16:rowId xmlns:a16="http://schemas.microsoft.com/office/drawing/2014/main" val="115885454"/>
                  </a:ext>
                </a:extLst>
              </a:tr>
              <a:tr h="517252">
                <a:tc>
                  <a:txBody>
                    <a:bodyPr/>
                    <a:lstStyle/>
                    <a:p>
                      <a:r>
                        <a:rPr lang="en-US" dirty="0"/>
                        <a:t>Negative</a:t>
                      </a:r>
                      <a:endParaRPr lang="en-001" dirty="0"/>
                    </a:p>
                  </a:txBody>
                  <a:tcPr/>
                </a:tc>
                <a:tc>
                  <a:txBody>
                    <a:bodyPr/>
                    <a:lstStyle/>
                    <a:p>
                      <a:r>
                        <a:rPr lang="en-US" dirty="0"/>
                        <a:t>5</a:t>
                      </a:r>
                      <a:endParaRPr lang="en-001" dirty="0"/>
                    </a:p>
                  </a:txBody>
                  <a:tcPr/>
                </a:tc>
                <a:tc>
                  <a:txBody>
                    <a:bodyPr/>
                    <a:lstStyle/>
                    <a:p>
                      <a:r>
                        <a:rPr lang="en-US" dirty="0"/>
                        <a:t>I get intimidated with a big group of people. ( negative self talk )</a:t>
                      </a:r>
                      <a:endParaRPr lang="en-001" dirty="0"/>
                    </a:p>
                  </a:txBody>
                  <a:tcPr/>
                </a:tc>
                <a:extLst>
                  <a:ext uri="{0D108BD9-81ED-4DB2-BD59-A6C34878D82A}">
                    <a16:rowId xmlns:a16="http://schemas.microsoft.com/office/drawing/2014/main" val="2204411859"/>
                  </a:ext>
                </a:extLst>
              </a:tr>
              <a:tr h="295573">
                <a:tc>
                  <a:txBody>
                    <a:bodyPr/>
                    <a:lstStyle/>
                    <a:p>
                      <a:r>
                        <a:rPr lang="en-US" dirty="0"/>
                        <a:t>Positive</a:t>
                      </a:r>
                      <a:endParaRPr lang="en-001" dirty="0"/>
                    </a:p>
                  </a:txBody>
                  <a:tcPr/>
                </a:tc>
                <a:tc>
                  <a:txBody>
                    <a:bodyPr/>
                    <a:lstStyle/>
                    <a:p>
                      <a:r>
                        <a:rPr lang="en-US" dirty="0"/>
                        <a:t>6</a:t>
                      </a:r>
                      <a:endParaRPr lang="en-001" dirty="0"/>
                    </a:p>
                  </a:txBody>
                  <a:tcPr/>
                </a:tc>
                <a:tc>
                  <a:txBody>
                    <a:bodyPr/>
                    <a:lstStyle/>
                    <a:p>
                      <a:endParaRPr lang="en-001" dirty="0"/>
                    </a:p>
                  </a:txBody>
                  <a:tcPr/>
                </a:tc>
                <a:extLst>
                  <a:ext uri="{0D108BD9-81ED-4DB2-BD59-A6C34878D82A}">
                    <a16:rowId xmlns:a16="http://schemas.microsoft.com/office/drawing/2014/main" val="1322111443"/>
                  </a:ext>
                </a:extLst>
              </a:tr>
              <a:tr h="295573">
                <a:tc>
                  <a:txBody>
                    <a:bodyPr/>
                    <a:lstStyle/>
                    <a:p>
                      <a:r>
                        <a:rPr lang="en-US" dirty="0"/>
                        <a:t>Wasteful</a:t>
                      </a:r>
                      <a:endParaRPr lang="en-001" dirty="0"/>
                    </a:p>
                  </a:txBody>
                  <a:tcPr/>
                </a:tc>
                <a:tc>
                  <a:txBody>
                    <a:bodyPr/>
                    <a:lstStyle/>
                    <a:p>
                      <a:r>
                        <a:rPr lang="en-US" dirty="0"/>
                        <a:t>2</a:t>
                      </a:r>
                      <a:endParaRPr lang="en-001" dirty="0"/>
                    </a:p>
                  </a:txBody>
                  <a:tcPr/>
                </a:tc>
                <a:tc>
                  <a:txBody>
                    <a:bodyPr/>
                    <a:lstStyle/>
                    <a:p>
                      <a:endParaRPr lang="en-001"/>
                    </a:p>
                  </a:txBody>
                  <a:tcPr/>
                </a:tc>
                <a:extLst>
                  <a:ext uri="{0D108BD9-81ED-4DB2-BD59-A6C34878D82A}">
                    <a16:rowId xmlns:a16="http://schemas.microsoft.com/office/drawing/2014/main" val="1386634203"/>
                  </a:ext>
                </a:extLst>
              </a:tr>
              <a:tr h="295573">
                <a:tc>
                  <a:txBody>
                    <a:bodyPr/>
                    <a:lstStyle/>
                    <a:p>
                      <a:r>
                        <a:rPr lang="en-US" dirty="0"/>
                        <a:t>Unnecessary</a:t>
                      </a:r>
                      <a:endParaRPr lang="en-001" dirty="0"/>
                    </a:p>
                  </a:txBody>
                  <a:tcPr/>
                </a:tc>
                <a:tc>
                  <a:txBody>
                    <a:bodyPr/>
                    <a:lstStyle/>
                    <a:p>
                      <a:r>
                        <a:rPr lang="en-US" dirty="0"/>
                        <a:t>1</a:t>
                      </a:r>
                      <a:endParaRPr lang="en-001" dirty="0"/>
                    </a:p>
                  </a:txBody>
                  <a:tcPr/>
                </a:tc>
                <a:tc>
                  <a:txBody>
                    <a:bodyPr/>
                    <a:lstStyle/>
                    <a:p>
                      <a:endParaRPr lang="en-001" dirty="0"/>
                    </a:p>
                  </a:txBody>
                  <a:tcPr/>
                </a:tc>
                <a:extLst>
                  <a:ext uri="{0D108BD9-81ED-4DB2-BD59-A6C34878D82A}">
                    <a16:rowId xmlns:a16="http://schemas.microsoft.com/office/drawing/2014/main" val="3062951431"/>
                  </a:ext>
                </a:extLst>
              </a:tr>
            </a:tbl>
          </a:graphicData>
        </a:graphic>
      </p:graphicFrame>
      <p:sp>
        <p:nvSpPr>
          <p:cNvPr id="6" name="Rectangle 5">
            <a:extLst>
              <a:ext uri="{FF2B5EF4-FFF2-40B4-BE49-F238E27FC236}">
                <a16:creationId xmlns:a16="http://schemas.microsoft.com/office/drawing/2014/main" id="{76FB74FA-E76C-87C7-04CF-26A4B7D9B59F}"/>
              </a:ext>
            </a:extLst>
          </p:cNvPr>
          <p:cNvSpPr/>
          <p:nvPr/>
        </p:nvSpPr>
        <p:spPr>
          <a:xfrm>
            <a:off x="9652821" y="5806440"/>
            <a:ext cx="2605548"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 your day</a:t>
            </a:r>
            <a:endParaRPr lang="en-001" dirty="0"/>
          </a:p>
        </p:txBody>
      </p:sp>
    </p:spTree>
    <p:extLst>
      <p:ext uri="{BB962C8B-B14F-4D97-AF65-F5344CB8AC3E}">
        <p14:creationId xmlns:p14="http://schemas.microsoft.com/office/powerpoint/2010/main" val="3654789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32706-0B5E-C00B-4790-ADD54C029639}"/>
              </a:ext>
            </a:extLst>
          </p:cNvPr>
          <p:cNvSpPr>
            <a:spLocks noGrp="1"/>
          </p:cNvSpPr>
          <p:nvPr>
            <p:ph type="title"/>
          </p:nvPr>
        </p:nvSpPr>
        <p:spPr/>
        <p:txBody>
          <a:bodyPr/>
          <a:lstStyle/>
          <a:p>
            <a:r>
              <a:rPr lang="en-US" dirty="0"/>
              <a:t>Dashboard view on landing page </a:t>
            </a:r>
            <a:endParaRPr lang="en-001" dirty="0"/>
          </a:p>
        </p:txBody>
      </p:sp>
      <p:sp>
        <p:nvSpPr>
          <p:cNvPr id="3" name="Content Placeholder 2">
            <a:extLst>
              <a:ext uri="{FF2B5EF4-FFF2-40B4-BE49-F238E27FC236}">
                <a16:creationId xmlns:a16="http://schemas.microsoft.com/office/drawing/2014/main" id="{5815ECB9-697A-EABF-3B52-F9844B5CE884}"/>
              </a:ext>
            </a:extLst>
          </p:cNvPr>
          <p:cNvSpPr>
            <a:spLocks noGrp="1"/>
          </p:cNvSpPr>
          <p:nvPr>
            <p:ph idx="1"/>
          </p:nvPr>
        </p:nvSpPr>
        <p:spPr/>
        <p:txBody>
          <a:bodyPr>
            <a:normAutofit fontScale="85000" lnSpcReduction="20000"/>
          </a:bodyPr>
          <a:lstStyle/>
          <a:p>
            <a:r>
              <a:rPr lang="en-US" dirty="0"/>
              <a:t>After 2 weeks- intuitive story telling of their behavior pattern, observed triggers , Total of each kind of thought, whether they met their goals ? Yes, then congratulate. If No then give them suggestion on how to improve ? </a:t>
            </a:r>
          </a:p>
          <a:p>
            <a:r>
              <a:rPr lang="en-US" dirty="0"/>
              <a:t>Would you like to set a new goal ? </a:t>
            </a:r>
          </a:p>
          <a:p>
            <a:r>
              <a:rPr lang="en-US" dirty="0"/>
              <a:t>Future actions , suggestion to improve. </a:t>
            </a:r>
          </a:p>
          <a:p>
            <a:r>
              <a:rPr lang="en-US" dirty="0"/>
              <a:t> 3 board buckets ( Their efforts, areas of improvement and suggested actions)  – </a:t>
            </a:r>
          </a:p>
          <a:p>
            <a:pPr lvl="1"/>
            <a:r>
              <a:rPr lang="en-US" dirty="0"/>
              <a:t>Have you performed so far? – detailed intuitive easy to read story telling , considering people’s focus span is only 10-15 seconds , most important message first</a:t>
            </a:r>
          </a:p>
          <a:p>
            <a:pPr lvl="1"/>
            <a:r>
              <a:rPr lang="en-US" dirty="0"/>
              <a:t>Areas of improvement </a:t>
            </a:r>
          </a:p>
          <a:p>
            <a:pPr lvl="1"/>
            <a:r>
              <a:rPr lang="en-US" dirty="0"/>
              <a:t>Suggested actions to improve ( Hooking techniques) - </a:t>
            </a:r>
          </a:p>
          <a:p>
            <a:pPr lvl="2"/>
            <a:r>
              <a:rPr lang="en-US" dirty="0"/>
              <a:t>Try walking bare foot, eat sattvic diet, digital detox etc. back with byte size proven scientific results </a:t>
            </a:r>
            <a:r>
              <a:rPr lang="en-US" dirty="0" err="1"/>
              <a:t>etc</a:t>
            </a:r>
            <a:endParaRPr lang="en-US" dirty="0"/>
          </a:p>
          <a:p>
            <a:pPr lvl="2"/>
            <a:r>
              <a:rPr lang="en-US" dirty="0"/>
              <a:t>Would they like a personal support – profile freelancer qualified counsellors, Psychologists, Yoga therapists,  etc. ( Here is when you monetize)</a:t>
            </a:r>
          </a:p>
          <a:p>
            <a:pPr lvl="2"/>
            <a:r>
              <a:rPr lang="en-US" dirty="0"/>
              <a:t>New goal setting with auto intelligent suggestions looking at the </a:t>
            </a:r>
            <a:r>
              <a:rPr lang="en-US" dirty="0" err="1"/>
              <a:t>behaviour</a:t>
            </a:r>
            <a:r>
              <a:rPr lang="en-US" dirty="0"/>
              <a:t> pattern whether how disciplined , determined and diligent they have been with the previous goal </a:t>
            </a:r>
          </a:p>
          <a:p>
            <a:pPr lvl="2"/>
            <a:endParaRPr lang="en-US" dirty="0"/>
          </a:p>
          <a:p>
            <a:pPr lvl="1"/>
            <a:endParaRPr lang="en-US" dirty="0"/>
          </a:p>
          <a:p>
            <a:pPr lvl="1"/>
            <a:endParaRPr lang="en-US" dirty="0"/>
          </a:p>
        </p:txBody>
      </p:sp>
      <p:sp>
        <p:nvSpPr>
          <p:cNvPr id="4" name="Rectangle 3">
            <a:extLst>
              <a:ext uri="{FF2B5EF4-FFF2-40B4-BE49-F238E27FC236}">
                <a16:creationId xmlns:a16="http://schemas.microsoft.com/office/drawing/2014/main" id="{5A36CD90-F148-608E-660E-B9A11E219962}"/>
              </a:ext>
            </a:extLst>
          </p:cNvPr>
          <p:cNvSpPr/>
          <p:nvPr/>
        </p:nvSpPr>
        <p:spPr>
          <a:xfrm>
            <a:off x="9652821" y="5806440"/>
            <a:ext cx="2605548"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Dashboard </a:t>
            </a:r>
            <a:endParaRPr lang="en-001" dirty="0"/>
          </a:p>
        </p:txBody>
      </p:sp>
    </p:spTree>
    <p:extLst>
      <p:ext uri="{BB962C8B-B14F-4D97-AF65-F5344CB8AC3E}">
        <p14:creationId xmlns:p14="http://schemas.microsoft.com/office/powerpoint/2010/main" val="1689207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3ED00-F4F4-9D09-CA0C-74A588B3E603}"/>
              </a:ext>
            </a:extLst>
          </p:cNvPr>
          <p:cNvSpPr>
            <a:spLocks noGrp="1"/>
          </p:cNvSpPr>
          <p:nvPr>
            <p:ph type="title"/>
          </p:nvPr>
        </p:nvSpPr>
        <p:spPr/>
        <p:txBody>
          <a:bodyPr/>
          <a:lstStyle/>
          <a:p>
            <a:r>
              <a:rPr lang="en-US" dirty="0"/>
              <a:t>Community </a:t>
            </a:r>
            <a:endParaRPr lang="en-001" dirty="0"/>
          </a:p>
        </p:txBody>
      </p:sp>
      <p:sp>
        <p:nvSpPr>
          <p:cNvPr id="3" name="Content Placeholder 2">
            <a:extLst>
              <a:ext uri="{FF2B5EF4-FFF2-40B4-BE49-F238E27FC236}">
                <a16:creationId xmlns:a16="http://schemas.microsoft.com/office/drawing/2014/main" id="{60008078-21DD-D09B-0B47-E1B42220A271}"/>
              </a:ext>
            </a:extLst>
          </p:cNvPr>
          <p:cNvSpPr>
            <a:spLocks noGrp="1"/>
          </p:cNvSpPr>
          <p:nvPr>
            <p:ph idx="1"/>
          </p:nvPr>
        </p:nvSpPr>
        <p:spPr/>
        <p:txBody>
          <a:bodyPr/>
          <a:lstStyle/>
          <a:p>
            <a:r>
              <a:rPr lang="en-US" dirty="0"/>
              <a:t>We thrive and flourish when we come together as community </a:t>
            </a:r>
          </a:p>
          <a:p>
            <a:r>
              <a:rPr lang="en-US" dirty="0"/>
              <a:t>A safe space to connect people – free space to share pictures, their experience with their daily results and what specifically helped them stay calm e.g. more awareness of their actions, daily walking, yoga, meditation, gym, controlled diet </a:t>
            </a:r>
            <a:r>
              <a:rPr lang="en-US" dirty="0" err="1"/>
              <a:t>etc</a:t>
            </a:r>
            <a:endParaRPr lang="en-001" dirty="0"/>
          </a:p>
        </p:txBody>
      </p:sp>
      <p:sp>
        <p:nvSpPr>
          <p:cNvPr id="4" name="Rectangle 3">
            <a:extLst>
              <a:ext uri="{FF2B5EF4-FFF2-40B4-BE49-F238E27FC236}">
                <a16:creationId xmlns:a16="http://schemas.microsoft.com/office/drawing/2014/main" id="{3BFCABC0-B5BF-13E6-B814-F1C62831A04D}"/>
              </a:ext>
            </a:extLst>
          </p:cNvPr>
          <p:cNvSpPr/>
          <p:nvPr/>
        </p:nvSpPr>
        <p:spPr>
          <a:xfrm>
            <a:off x="9652821" y="5806440"/>
            <a:ext cx="198857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Community </a:t>
            </a:r>
            <a:endParaRPr lang="en-001" dirty="0"/>
          </a:p>
        </p:txBody>
      </p:sp>
    </p:spTree>
    <p:extLst>
      <p:ext uri="{BB962C8B-B14F-4D97-AF65-F5344CB8AC3E}">
        <p14:creationId xmlns:p14="http://schemas.microsoft.com/office/powerpoint/2010/main" val="1208839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B025-74F8-2C60-3831-171513A7F82B}"/>
              </a:ext>
            </a:extLst>
          </p:cNvPr>
          <p:cNvSpPr>
            <a:spLocks noGrp="1"/>
          </p:cNvSpPr>
          <p:nvPr>
            <p:ph type="title"/>
          </p:nvPr>
        </p:nvSpPr>
        <p:spPr/>
        <p:txBody>
          <a:bodyPr/>
          <a:lstStyle/>
          <a:p>
            <a:r>
              <a:rPr lang="en-US" dirty="0"/>
              <a:t>Functional features</a:t>
            </a:r>
            <a:endParaRPr lang="en-001" dirty="0"/>
          </a:p>
        </p:txBody>
      </p:sp>
      <p:sp>
        <p:nvSpPr>
          <p:cNvPr id="3" name="Content Placeholder 2">
            <a:extLst>
              <a:ext uri="{FF2B5EF4-FFF2-40B4-BE49-F238E27FC236}">
                <a16:creationId xmlns:a16="http://schemas.microsoft.com/office/drawing/2014/main" id="{CD960313-8576-42AE-C932-56AC62258EB4}"/>
              </a:ext>
            </a:extLst>
          </p:cNvPr>
          <p:cNvSpPr>
            <a:spLocks noGrp="1"/>
          </p:cNvSpPr>
          <p:nvPr>
            <p:ph idx="1"/>
          </p:nvPr>
        </p:nvSpPr>
        <p:spPr/>
        <p:txBody>
          <a:bodyPr/>
          <a:lstStyle/>
          <a:p>
            <a:r>
              <a:rPr lang="en-US" dirty="0"/>
              <a:t>When user downloads an app from app store or google play – ask if they would like to be notified  ?</a:t>
            </a:r>
          </a:p>
          <a:p>
            <a:r>
              <a:rPr lang="en-US" dirty="0"/>
              <a:t>Also have in-app notification on/off feature</a:t>
            </a:r>
          </a:p>
          <a:p>
            <a:r>
              <a:rPr lang="en-US" dirty="0"/>
              <a:t>MANDATORY- NOTIFICATION including integration with email prompts </a:t>
            </a:r>
          </a:p>
          <a:p>
            <a:endParaRPr lang="en-001" dirty="0"/>
          </a:p>
        </p:txBody>
      </p:sp>
    </p:spTree>
    <p:extLst>
      <p:ext uri="{BB962C8B-B14F-4D97-AF65-F5344CB8AC3E}">
        <p14:creationId xmlns:p14="http://schemas.microsoft.com/office/powerpoint/2010/main" val="3302979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1068</Words>
  <Application>Microsoft Office PowerPoint</Application>
  <PresentationFormat>Widescreen</PresentationFormat>
  <Paragraphs>88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Mind Mate!</vt:lpstr>
      <vt:lpstr>Problem statement</vt:lpstr>
      <vt:lpstr>The solution /answer</vt:lpstr>
      <vt:lpstr>Motivation</vt:lpstr>
      <vt:lpstr>ASK FROM USERS- only 2 steps ( only 10 mins self reflection either on tool or notepad)</vt:lpstr>
      <vt:lpstr>User journey- Landing page after authentication </vt:lpstr>
      <vt:lpstr>User journey -Goal setting </vt:lpstr>
      <vt:lpstr>User journey – log your day  </vt:lpstr>
      <vt:lpstr>Dashboard view on landing page </vt:lpstr>
      <vt:lpstr>Community </vt:lpstr>
      <vt:lpstr>Functional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Saluja</dc:creator>
  <cp:lastModifiedBy>Neha Saluja</cp:lastModifiedBy>
  <cp:revision>1</cp:revision>
  <dcterms:created xsi:type="dcterms:W3CDTF">2026-04-15T04:28:10Z</dcterms:created>
  <dcterms:modified xsi:type="dcterms:W3CDTF">2026-04-15T05:18:55Z</dcterms:modified>
</cp:coreProperties>
</file>